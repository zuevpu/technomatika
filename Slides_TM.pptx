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98" r:id="rId2"/>
    <p:sldId id="306" r:id="rId3"/>
    <p:sldId id="307" r:id="rId4"/>
    <p:sldId id="266" r:id="rId5"/>
    <p:sldId id="294" r:id="rId6"/>
    <p:sldId id="299" r:id="rId7"/>
    <p:sldId id="295" r:id="rId8"/>
    <p:sldId id="297" r:id="rId9"/>
    <p:sldId id="300" r:id="rId10"/>
    <p:sldId id="302" r:id="rId11"/>
    <p:sldId id="301" r:id="rId12"/>
    <p:sldId id="303" r:id="rId13"/>
    <p:sldId id="304" r:id="rId14"/>
    <p:sldId id="305" r:id="rId15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312"/>
    <a:srgbClr val="F5E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67"/>
    <p:restoredTop sz="94610"/>
  </p:normalViewPr>
  <p:slideViewPr>
    <p:cSldViewPr snapToGrid="0" snapToObjects="1">
      <p:cViewPr>
        <p:scale>
          <a:sx n="28" d="100"/>
          <a:sy n="28" d="100"/>
        </p:scale>
        <p:origin x="1600" y="1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66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16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7579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97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38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28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47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535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794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507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734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210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38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53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64908-630C-809F-5450-1729D789D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730250"/>
            <a:ext cx="21034375" cy="2651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3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>
            <a:extLst>
              <a:ext uri="{FF2B5EF4-FFF2-40B4-BE49-F238E27FC236}">
                <a16:creationId xmlns:a16="http://schemas.microsoft.com/office/drawing/2014/main" id="{D75C51BD-B10B-53CE-A813-F8333867746A}"/>
              </a:ext>
            </a:extLst>
          </p:cNvPr>
          <p:cNvSpPr/>
          <p:nvPr/>
        </p:nvSpPr>
        <p:spPr>
          <a:xfrm>
            <a:off x="1992971" y="5384800"/>
            <a:ext cx="1235913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solidFill>
                  <a:schemeClr val="bg1"/>
                </a:solidFill>
                <a:latin typeface="Inter Semi Bold" pitchFamily="34" charset="0"/>
                <a:ea typeface="Inter Semi Bold" pitchFamily="34" charset="-122"/>
              </a:rPr>
              <a:t>Тема лекции/практикума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A882FD0-520C-D7F9-21CA-C6C4C9E5711F}"/>
              </a:ext>
            </a:extLst>
          </p:cNvPr>
          <p:cNvSpPr/>
          <p:nvPr/>
        </p:nvSpPr>
        <p:spPr>
          <a:xfrm>
            <a:off x="1992971" y="8787611"/>
            <a:ext cx="12359133" cy="691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200" dirty="0">
                <a:solidFill>
                  <a:srgbClr val="F5E600"/>
                </a:solidFill>
                <a:latin typeface="Inter Semi Bold" pitchFamily="34" charset="0"/>
                <a:ea typeface="Inter Semi Bold" pitchFamily="34" charset="-122"/>
              </a:rPr>
              <a:t>ФИО эксперта</a:t>
            </a:r>
            <a:endParaRPr lang="en-US" sz="3200" dirty="0">
              <a:solidFill>
                <a:srgbClr val="F5E600"/>
              </a:solidFill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B1A38A6E-2208-1798-3A58-E55D4F277BEE}"/>
              </a:ext>
            </a:extLst>
          </p:cNvPr>
          <p:cNvSpPr/>
          <p:nvPr/>
        </p:nvSpPr>
        <p:spPr>
          <a:xfrm>
            <a:off x="1992971" y="9427691"/>
            <a:ext cx="12359133" cy="691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400" dirty="0">
                <a:solidFill>
                  <a:schemeClr val="bg1">
                    <a:lumMod val="7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должность</a:t>
            </a:r>
            <a:endParaRPr lang="en-US" sz="2400" dirty="0">
              <a:solidFill>
                <a:schemeClr val="bg1">
                  <a:lumMod val="7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B1D535-FB07-D88A-E9F5-04332FB89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81" y="1547987"/>
            <a:ext cx="20302814" cy="17959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71E08E3-73AF-EC46-063C-D9BC6916C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657" y="3912297"/>
            <a:ext cx="8656518" cy="838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837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992971" y="5384800"/>
            <a:ext cx="12359133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Тема лекции/практикума</a:t>
            </a:r>
            <a:endParaRPr lang="en-US" sz="48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E814BD2-EDD5-A6D6-1BA5-330BC6DF0743}"/>
              </a:ext>
            </a:extLst>
          </p:cNvPr>
          <p:cNvSpPr/>
          <p:nvPr/>
        </p:nvSpPr>
        <p:spPr>
          <a:xfrm>
            <a:off x="1992971" y="8787611"/>
            <a:ext cx="12359133" cy="691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200" dirty="0">
                <a:latin typeface="Inter Semi Bold" pitchFamily="34" charset="0"/>
                <a:ea typeface="Inter Semi Bold" pitchFamily="34" charset="-122"/>
              </a:rPr>
              <a:t>ФИО эксперта</a:t>
            </a:r>
            <a:endParaRPr lang="en-US" sz="3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D970F354-D28D-C00E-86C3-547C3D2E1887}"/>
              </a:ext>
            </a:extLst>
          </p:cNvPr>
          <p:cNvSpPr/>
          <p:nvPr/>
        </p:nvSpPr>
        <p:spPr>
          <a:xfrm>
            <a:off x="1992971" y="9427691"/>
            <a:ext cx="12359133" cy="691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2400" dirty="0">
                <a:solidFill>
                  <a:schemeClr val="bg1">
                    <a:lumMod val="65000"/>
                  </a:schemeClr>
                </a:solidFill>
                <a:latin typeface="Inter" panose="02000503000000020004" pitchFamily="2" charset="0"/>
                <a:ea typeface="Inter" panose="02000503000000020004" pitchFamily="2" charset="0"/>
              </a:rPr>
              <a:t>должность</a:t>
            </a:r>
            <a:endParaRPr lang="en-US" sz="2400" dirty="0">
              <a:solidFill>
                <a:schemeClr val="bg1">
                  <a:lumMod val="65000"/>
                </a:schemeClr>
              </a:solidFill>
              <a:latin typeface="Inter" panose="02000503000000020004" pitchFamily="2" charset="0"/>
              <a:ea typeface="Inter" panose="02000503000000020004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DCD1F7-1A6F-2063-771C-AC5474134B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70" y="1547987"/>
            <a:ext cx="20302825" cy="17959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DD00B6B-21A2-E497-6A02-B8FCE5939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30657" y="3912297"/>
            <a:ext cx="8656518" cy="838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0383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F25343-6985-2DE3-F10F-557464A14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2074" y="0"/>
            <a:ext cx="14135101" cy="13716000"/>
          </a:xfrm>
          <a:prstGeom prst="rect">
            <a:avLst/>
          </a:prstGeom>
        </p:spPr>
      </p:pic>
      <p:sp>
        <p:nvSpPr>
          <p:cNvPr id="11" name="Text 0">
            <a:extLst>
              <a:ext uri="{FF2B5EF4-FFF2-40B4-BE49-F238E27FC236}">
                <a16:creationId xmlns:a16="http://schemas.microsoft.com/office/drawing/2014/main" id="{9CC0B2FC-D29E-EB66-8911-F87986BE2E75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Здесь можно разместить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 err="1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текстовый</a:t>
            </a: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3600" dirty="0" err="1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блок</a:t>
            </a: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.</a:t>
            </a:r>
            <a:endParaRPr lang="ru-RU" sz="3600" dirty="0"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  <a:p>
            <a:pPr marL="0" indent="0" algn="l">
              <a:buNone/>
            </a:pPr>
            <a:endParaRPr lang="en-US" sz="3600" dirty="0">
              <a:latin typeface="Inter Regular" pitchFamily="34" charset="0"/>
              <a:ea typeface="Inter Regular" pitchFamily="34" charset="-122"/>
            </a:endParaRPr>
          </a:p>
          <a:p>
            <a:pPr marL="0" indent="0" algn="l">
              <a:buNone/>
            </a:pPr>
            <a:r>
              <a:rPr lang="en-US" sz="3600" dirty="0" err="1">
                <a:latin typeface="Inter Regular" pitchFamily="34" charset="0"/>
                <a:ea typeface="Inter Regular" pitchFamily="34" charset="-122"/>
              </a:rPr>
              <a:t>П</a:t>
            </a:r>
            <a:r>
              <a:rPr lang="ru-RU" sz="3600" dirty="0" err="1">
                <a:latin typeface="Inter Regular" pitchFamily="34" charset="0"/>
                <a:ea typeface="Inter Regular" pitchFamily="34" charset="-122"/>
              </a:rPr>
              <a:t>оверх</a:t>
            </a: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 паттерна можно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размещать объемные</a:t>
            </a:r>
            <a:endParaRPr lang="en-US" sz="3600" dirty="0">
              <a:latin typeface="Inter Regular" pitchFamily="34" charset="0"/>
              <a:ea typeface="Inter Regular" pitchFamily="34" charset="-122"/>
            </a:endParaRP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объекты</a:t>
            </a:r>
            <a:r>
              <a:rPr lang="en-US" sz="3600" dirty="0">
                <a:latin typeface="Inter Regular" pitchFamily="34" charset="0"/>
                <a:ea typeface="Inter Regular" pitchFamily="34" charset="-122"/>
              </a:rPr>
              <a:t>.</a:t>
            </a:r>
            <a:endParaRPr lang="en-US" sz="36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9" y="1143000"/>
            <a:ext cx="21852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latin typeface="Inter Semi Bold" pitchFamily="34" charset="0"/>
                <a:ea typeface="Inter Semi Bold" pitchFamily="34" charset="-122"/>
              </a:rPr>
              <a:t>Б</a:t>
            </a:r>
            <a:r>
              <a:rPr lang="ru-RU" sz="4800" dirty="0" err="1">
                <a:latin typeface="Inter Semi Bold" pitchFamily="34" charset="0"/>
                <a:ea typeface="Inter Semi Bold" pitchFamily="34" charset="-122"/>
              </a:rPr>
              <a:t>азовый</a:t>
            </a: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 слайд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ACCA1-DDDE-8133-96A7-54719222C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2140" y="3346450"/>
            <a:ext cx="7023100" cy="702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424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9CC0B2FC-D29E-EB66-8911-F87986BE2E75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Текст всегда черный — </a:t>
            </a:r>
            <a:b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</a:b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и на белом, и желтом фоне.</a:t>
            </a:r>
          </a:p>
          <a:p>
            <a:pPr marL="0" indent="0" algn="l">
              <a:buNone/>
            </a:pPr>
            <a:endParaRPr lang="ru-RU" sz="3600" dirty="0"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Паттерн можно масштабировать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(не искажая пропорции!)</a:t>
            </a: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.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9" y="1143000"/>
            <a:ext cx="21852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Базовый слайд</a:t>
            </a:r>
            <a:endParaRPr lang="en-US" sz="4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DB94BF-43B0-670E-5285-BABE4F1D7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4775" y="0"/>
            <a:ext cx="7772400" cy="7541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2CE908-77F6-A6FD-A793-859929A55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72780" y="1879600"/>
            <a:ext cx="3121460" cy="31214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9CC0B2FC-D29E-EB66-8911-F87986BE2E75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Здесь можно разместить</a:t>
            </a:r>
            <a:endParaRPr lang="en-US" sz="3600" dirty="0"/>
          </a:p>
          <a:p>
            <a:pPr marL="0" indent="0" algn="l">
              <a:buNone/>
            </a:pPr>
            <a:r>
              <a:rPr lang="en-US" sz="3600" dirty="0" err="1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текстовый</a:t>
            </a: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 </a:t>
            </a:r>
            <a:r>
              <a:rPr lang="en-US" sz="3600" dirty="0" err="1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блок</a:t>
            </a:r>
            <a:r>
              <a:rPr lang="en-US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.</a:t>
            </a:r>
            <a:endParaRPr lang="ru-RU" sz="3600" dirty="0">
              <a:latin typeface="Inter Regular" pitchFamily="34" charset="0"/>
              <a:ea typeface="Inter Regular" pitchFamily="34" charset="-122"/>
              <a:cs typeface="Inter Regular" pitchFamily="34" charset="-120"/>
            </a:endParaRPr>
          </a:p>
          <a:p>
            <a:pPr marL="0" indent="0" algn="l">
              <a:buNone/>
            </a:pPr>
            <a:endParaRPr lang="ru-RU" sz="3600" dirty="0">
              <a:latin typeface="Inter Regular" pitchFamily="34" charset="0"/>
              <a:ea typeface="Inter Regular" pitchFamily="34" charset="-122"/>
            </a:endParaRP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Поверх этого паттерна можно размещать плоские объекты и фото.</a:t>
            </a:r>
            <a:endParaRPr lang="en-US" sz="36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9" y="1143000"/>
            <a:ext cx="9000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Разделенный слайд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B141A-03BF-6791-E3AC-1DA44E85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1962" y="-1"/>
            <a:ext cx="4875213" cy="137115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F12382-CA9C-F9E3-6711-96EE9C41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6749" y="-1"/>
            <a:ext cx="4875213" cy="13711537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F6DEBB4-B0B6-C75A-9A4D-AAEB1C816045}"/>
              </a:ext>
            </a:extLst>
          </p:cNvPr>
          <p:cNvSpPr/>
          <p:nvPr/>
        </p:nvSpPr>
        <p:spPr>
          <a:xfrm>
            <a:off x="16332344" y="4507421"/>
            <a:ext cx="6359236" cy="469669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170261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0">
            <a:extLst>
              <a:ext uri="{FF2B5EF4-FFF2-40B4-BE49-F238E27FC236}">
                <a16:creationId xmlns:a16="http://schemas.microsoft.com/office/drawing/2014/main" id="{9CC0B2FC-D29E-EB66-8911-F87986BE2E75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Паттерн состоит из бесшовных вертикальных блоков — 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можно убирать и добавлять их 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под содержание слайда.</a:t>
            </a:r>
            <a:endParaRPr lang="en-US" sz="3600" dirty="0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9" y="1143000"/>
            <a:ext cx="9000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Разделенный слайд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FB141A-03BF-6791-E3AC-1DA44E85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1962" y="-1"/>
            <a:ext cx="4875213" cy="1371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806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DF2BE8-9B43-89EE-C2A0-6160FD3AD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268" y="2784475"/>
            <a:ext cx="18474637" cy="8147050"/>
          </a:xfrm>
          <a:prstGeom prst="rect">
            <a:avLst/>
          </a:prstGeom>
        </p:spPr>
      </p:pic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4449762" y="6121400"/>
            <a:ext cx="1548765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Здесь можно</a:t>
            </a:r>
          </a:p>
          <a:p>
            <a:pPr marL="0" indent="0" algn="ctr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разместить цитату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60946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63977B-E664-69FF-6D5D-10B187623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6265" y="2784472"/>
            <a:ext cx="18474639" cy="8147051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B72A5468-8757-4182-F795-14CE40BEA908}"/>
              </a:ext>
            </a:extLst>
          </p:cNvPr>
          <p:cNvSpPr/>
          <p:nvPr/>
        </p:nvSpPr>
        <p:spPr>
          <a:xfrm>
            <a:off x="4449762" y="6121400"/>
            <a:ext cx="1548765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Здесь можно</a:t>
            </a:r>
          </a:p>
          <a:p>
            <a:pPr marL="0" indent="0" algn="ctr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разместить цитату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441310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9" y="1143000"/>
            <a:ext cx="15842184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latin typeface="Inter Semi Bold" pitchFamily="34" charset="0"/>
                <a:ea typeface="Inter Semi Bold" pitchFamily="34" charset="-122"/>
              </a:rPr>
              <a:t>Г</a:t>
            </a:r>
            <a:r>
              <a:rPr lang="ru-RU" sz="4800" dirty="0" err="1">
                <a:latin typeface="Inter Semi Bold" pitchFamily="34" charset="0"/>
                <a:ea typeface="Inter Semi Bold" pitchFamily="34" charset="-122"/>
              </a:rPr>
              <a:t>оризонтальный</a:t>
            </a: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 разделитель</a:t>
            </a:r>
            <a:endParaRPr lang="en-US" sz="4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6C3E1A-F4ED-F850-7A56-43949A602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" y="6366714"/>
            <a:ext cx="24385588" cy="116847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8F0D0838-E612-98C5-65E6-837E3CACECAC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Можно перемещать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по вертикали</a:t>
            </a:r>
            <a:r>
              <a:rPr lang="en-US" sz="3600" dirty="0">
                <a:latin typeface="Inter Regular" pitchFamily="34" charset="0"/>
                <a:ea typeface="Inter Regular" pitchFamily="34" charset="-122"/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1775327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CF731081-425D-D3B8-503B-17D2DB222836}"/>
              </a:ext>
            </a:extLst>
          </p:cNvPr>
          <p:cNvSpPr/>
          <p:nvPr/>
        </p:nvSpPr>
        <p:spPr>
          <a:xfrm>
            <a:off x="1270158" y="1143000"/>
            <a:ext cx="15101955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latin typeface="Inter Semi Bold" pitchFamily="34" charset="0"/>
                <a:ea typeface="Inter Semi Bold" pitchFamily="34" charset="-122"/>
              </a:rPr>
              <a:t>Г</a:t>
            </a:r>
            <a:r>
              <a:rPr lang="ru-RU" sz="4800" dirty="0" err="1">
                <a:latin typeface="Inter Semi Bold" pitchFamily="34" charset="0"/>
                <a:ea typeface="Inter Semi Bold" pitchFamily="34" charset="-122"/>
              </a:rPr>
              <a:t>оризонтальный</a:t>
            </a: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 разделитель</a:t>
            </a:r>
            <a:endParaRPr lang="en-US" sz="4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5E7251-2664-EBB3-5DA2-CD1BB869E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" y="4813169"/>
            <a:ext cx="24385589" cy="1168475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28F52BFA-F1DA-0B28-FCE7-E0591884044B}"/>
              </a:ext>
            </a:extLst>
          </p:cNvPr>
          <p:cNvSpPr/>
          <p:nvPr/>
        </p:nvSpPr>
        <p:spPr>
          <a:xfrm>
            <a:off x="1270159" y="3028950"/>
            <a:ext cx="9000000" cy="954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Можно дублировать</a:t>
            </a:r>
            <a:r>
              <a:rPr lang="en-US" sz="3600" dirty="0">
                <a:latin typeface="Inter Regular" pitchFamily="34" charset="0"/>
                <a:ea typeface="Inter Regular" pitchFamily="34" charset="-122"/>
              </a:rPr>
              <a:t>.</a:t>
            </a:r>
            <a:endParaRPr lang="en-US" sz="3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033F2F-7A5A-0FB6-12A4-56E23483A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" y="10102812"/>
            <a:ext cx="24385589" cy="116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174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8" y="1143000"/>
            <a:ext cx="9789727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latin typeface="Inter Semi Bold" pitchFamily="34" charset="0"/>
                <a:ea typeface="Inter Semi Bold" pitchFamily="34" charset="-122"/>
              </a:rPr>
              <a:t>В</a:t>
            </a:r>
            <a:r>
              <a:rPr lang="ru-RU" sz="4800" dirty="0" err="1">
                <a:latin typeface="Inter Semi Bold" pitchFamily="34" charset="0"/>
                <a:ea typeface="Inter Semi Bold" pitchFamily="34" charset="-122"/>
              </a:rPr>
              <a:t>ертикальный</a:t>
            </a: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 разделитель</a:t>
            </a:r>
            <a:endParaRPr lang="en-US" sz="4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0E0255-C433-A790-D98F-88B7A030AD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738" y="79828"/>
            <a:ext cx="1155700" cy="13716001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0627A5F9-D72C-18A9-4E82-798B7ABC4DAB}"/>
              </a:ext>
            </a:extLst>
          </p:cNvPr>
          <p:cNvSpPr/>
          <p:nvPr/>
        </p:nvSpPr>
        <p:spPr>
          <a:xfrm>
            <a:off x="1270159" y="3028950"/>
            <a:ext cx="9000000" cy="765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Можно перемещать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по горизонтали</a:t>
            </a:r>
            <a:r>
              <a:rPr lang="en-US" sz="3600" dirty="0">
                <a:latin typeface="Inter Regular" pitchFamily="34" charset="0"/>
                <a:ea typeface="Inter Regular" pitchFamily="34" charset="-122"/>
              </a:rPr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19348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E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696423B3-6168-EFA4-0EBF-649806A69DF6}"/>
              </a:ext>
            </a:extLst>
          </p:cNvPr>
          <p:cNvSpPr/>
          <p:nvPr/>
        </p:nvSpPr>
        <p:spPr>
          <a:xfrm>
            <a:off x="1270159" y="1143000"/>
            <a:ext cx="10923428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dirty="0" err="1">
                <a:latin typeface="Inter Semi Bold" pitchFamily="34" charset="0"/>
                <a:ea typeface="Inter Semi Bold" pitchFamily="34" charset="-122"/>
              </a:rPr>
              <a:t>В</a:t>
            </a:r>
            <a:r>
              <a:rPr lang="ru-RU" sz="4800" dirty="0" err="1">
                <a:latin typeface="Inter Semi Bold" pitchFamily="34" charset="0"/>
                <a:ea typeface="Inter Semi Bold" pitchFamily="34" charset="-122"/>
              </a:rPr>
              <a:t>ертикальный</a:t>
            </a: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 разделитель</a:t>
            </a:r>
            <a:endParaRPr lang="en-US" sz="4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08BDF6-E119-E049-FADE-FE63E1C1E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5737" y="0"/>
            <a:ext cx="1155700" cy="13716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DCAD5BA5-87D6-5FB3-12A5-91D0AF71528A}"/>
              </a:ext>
            </a:extLst>
          </p:cNvPr>
          <p:cNvSpPr/>
          <p:nvPr/>
        </p:nvSpPr>
        <p:spPr>
          <a:xfrm>
            <a:off x="1270159" y="3028950"/>
            <a:ext cx="9000000" cy="954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Можно дублировать</a:t>
            </a:r>
            <a:r>
              <a:rPr lang="en-US" sz="3600" dirty="0">
                <a:latin typeface="Inter Regular" pitchFamily="34" charset="0"/>
                <a:ea typeface="Inter Regular" pitchFamily="34" charset="-122"/>
              </a:rPr>
              <a:t>.</a:t>
            </a:r>
            <a:endParaRPr lang="en-US" sz="3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C66D01-70AC-8EB9-E5F0-60A2F7430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9966" y="0"/>
            <a:ext cx="1155700" cy="137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6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8" y="1143000"/>
            <a:ext cx="9789727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Блок-разделитель</a:t>
            </a:r>
            <a:endParaRPr lang="en-US" sz="48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27A5F9-D72C-18A9-4E82-798B7ABC4DAB}"/>
              </a:ext>
            </a:extLst>
          </p:cNvPr>
          <p:cNvSpPr/>
          <p:nvPr/>
        </p:nvSpPr>
        <p:spPr>
          <a:xfrm>
            <a:off x="1270159" y="3028950"/>
            <a:ext cx="9000000" cy="2283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Делит слайд на 4 части.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2AF6CA-6354-E1C5-18F8-E46AC260F6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3587" y="0"/>
            <a:ext cx="12193588" cy="685889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08ECB34-E1A3-EAD9-CE56-30E0B0480B64}"/>
              </a:ext>
            </a:extLst>
          </p:cNvPr>
          <p:cNvSpPr/>
          <p:nvPr/>
        </p:nvSpPr>
        <p:spPr>
          <a:xfrm>
            <a:off x="0" y="6857107"/>
            <a:ext cx="12193587" cy="6858893"/>
          </a:xfrm>
          <a:prstGeom prst="rect">
            <a:avLst/>
          </a:prstGeom>
          <a:solidFill>
            <a:srgbClr val="F5E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09970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">
            <a:extLst>
              <a:ext uri="{FF2B5EF4-FFF2-40B4-BE49-F238E27FC236}">
                <a16:creationId xmlns:a16="http://schemas.microsoft.com/office/drawing/2014/main" id="{05A35015-E7A2-C3B1-6D77-302D45C1FDEE}"/>
              </a:ext>
            </a:extLst>
          </p:cNvPr>
          <p:cNvSpPr/>
          <p:nvPr/>
        </p:nvSpPr>
        <p:spPr>
          <a:xfrm>
            <a:off x="1270158" y="8327572"/>
            <a:ext cx="9789727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4800" dirty="0">
                <a:latin typeface="Inter Semi Bold" pitchFamily="34" charset="0"/>
                <a:ea typeface="Inter Semi Bold" pitchFamily="34" charset="-122"/>
              </a:rPr>
              <a:t>Блок-разделитель</a:t>
            </a:r>
            <a:endParaRPr lang="en-US" sz="4800" dirty="0"/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27A5F9-D72C-18A9-4E82-798B7ABC4DAB}"/>
              </a:ext>
            </a:extLst>
          </p:cNvPr>
          <p:cNvSpPr/>
          <p:nvPr/>
        </p:nvSpPr>
        <p:spPr>
          <a:xfrm>
            <a:off x="1270159" y="10213522"/>
            <a:ext cx="9000000" cy="25445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Формируйте разделение слайда</a:t>
            </a:r>
          </a:p>
          <a:p>
            <a:pPr marL="0" indent="0" algn="l">
              <a:buNone/>
            </a:pPr>
            <a:r>
              <a:rPr lang="ru-RU" sz="3600" dirty="0">
                <a:latin typeface="Inter Regular" pitchFamily="34" charset="0"/>
                <a:ea typeface="Inter Regular" pitchFamily="34" charset="-122"/>
              </a:rPr>
              <a:t>под его содержание.</a:t>
            </a:r>
            <a:endParaRPr lang="en-US" sz="3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A889A3-F4A1-0859-A7BF-4422A3D8C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3588" cy="685889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EA0A006-8C08-A24D-77C3-733CC5158F43}"/>
              </a:ext>
            </a:extLst>
          </p:cNvPr>
          <p:cNvSpPr/>
          <p:nvPr/>
        </p:nvSpPr>
        <p:spPr>
          <a:xfrm>
            <a:off x="12193588" y="6857107"/>
            <a:ext cx="12193587" cy="6858893"/>
          </a:xfrm>
          <a:prstGeom prst="rect">
            <a:avLst/>
          </a:prstGeom>
          <a:solidFill>
            <a:srgbClr val="F5E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2835382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156</Words>
  <Application>Microsoft Macintosh PowerPoint</Application>
  <PresentationFormat>Custom</PresentationFormat>
  <Paragraphs>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Inter</vt:lpstr>
      <vt:lpstr>Inter Regular</vt:lpstr>
      <vt:lpstr>Inter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Кямран Лайпанов</cp:lastModifiedBy>
  <cp:revision>8</cp:revision>
  <dcterms:created xsi:type="dcterms:W3CDTF">2025-09-21T20:05:39Z</dcterms:created>
  <dcterms:modified xsi:type="dcterms:W3CDTF">2026-06-19T13:05:22Z</dcterms:modified>
</cp:coreProperties>
</file>